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72" autoAdjust="0"/>
    <p:restoredTop sz="94660"/>
  </p:normalViewPr>
  <p:slideViewPr>
    <p:cSldViewPr snapToGrid="0" showGuides="1">
      <p:cViewPr varScale="1">
        <p:scale>
          <a:sx n="115" d="100"/>
          <a:sy n="115" d="100"/>
        </p:scale>
        <p:origin x="138" y="28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tags" Target="tags/tag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E2AB95-8539-9B9B-C993-F8432BC914F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AA0A5F9-263F-E3E6-EBF7-4DEB0AEC786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91C320-8CF6-9B1A-1970-D9039D937B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305B6A-72E9-4231-9AC1-1D7DBC11971D}" type="datetimeFigureOut">
              <a:rPr lang="en-US" smtClean="0"/>
              <a:t>12/19/2022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4EF18E-C917-62E9-28E7-98BACAE7D9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D65F97-16E6-7200-26E3-7BB873CF94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4A90EF-7955-4317-A12E-D2984C2EF9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443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6D96AF-5201-2307-A075-8F876E3944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A2ADEC-A5B7-39E9-F2D7-C532171E44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9D97BB-0908-0939-495D-0BEF1C9679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305B6A-72E9-4231-9AC1-1D7DBC11971D}" type="datetimeFigureOut">
              <a:rPr lang="en-US" smtClean="0"/>
              <a:t>12/19/2022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70A05C-2B2E-409F-0466-A262831518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A9B4A9-1182-4A5A-7DDE-52CBC87F32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4A90EF-7955-4317-A12E-D2984C2EF9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80138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AD89D8-DB48-E745-0D33-7CD9DA77DE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80C81ED-C6AB-A019-00AA-024FDDDF96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1816CA-74B9-0537-9040-A7E53AD7F9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305B6A-72E9-4231-9AC1-1D7DBC11971D}" type="datetimeFigureOut">
              <a:rPr lang="en-US" smtClean="0"/>
              <a:t>12/19/2022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846592-9E3A-F6B9-3CEC-EFC8FE702D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414D9A-F272-871A-81FC-7911387694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4A90EF-7955-4317-A12E-D2984C2EF9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1598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7B1475-3224-4ADF-5C4F-F1BAF5A99A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8DF380-0F8E-2B44-C3E7-8635188A2AE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A1549DF-E0E4-36A2-EF9C-43048AE71CC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DFA920A-E6F9-FB6A-7B42-0582C05A5A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305B6A-72E9-4231-9AC1-1D7DBC11971D}" type="datetimeFigureOut">
              <a:rPr lang="en-US" smtClean="0"/>
              <a:t>12/19/2022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1BAD302-22D2-74C4-52F3-0F2EDA49F9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ED83A68-4531-4263-5090-25BCE9D994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4A90EF-7955-4317-A12E-D2984C2EF9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28405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B1508E-2FA6-9E6F-0699-7479D4432A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F2F8D13-CB59-9AA5-93B2-3180E6488F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DBA7D28-9D4A-FAA5-FD8E-58DF016B214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2E7BBCD-EF17-9113-CFED-E0874275EEC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82F0D96-09E6-1E7A-D564-503CD380267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2192D9D-06F4-7747-190D-C7617300D2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305B6A-72E9-4231-9AC1-1D7DBC11971D}" type="datetimeFigureOut">
              <a:rPr lang="en-US" smtClean="0"/>
              <a:t>12/19/2022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E9556CD-C7F7-BBE0-9075-7F253C18F7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1510CB0-52AE-9DC8-0543-66DE7666ED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4A90EF-7955-4317-A12E-D2984C2EF9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33595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03B372-36E5-82D6-2D9B-7C07DF04AF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286BF8D-B241-7B14-0A41-40CD29C50A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305B6A-72E9-4231-9AC1-1D7DBC11971D}" type="datetimeFigureOut">
              <a:rPr lang="en-US" smtClean="0"/>
              <a:t>12/19/2022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C95E726-606E-BFC5-CF99-CEA30376F6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8DBD6D7-E36A-B01F-A0BC-91E52B2307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4A90EF-7955-4317-A12E-D2984C2EF9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7545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9C08B5A-E2E0-2ACB-DC13-F7DA9CD33A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305B6A-72E9-4231-9AC1-1D7DBC11971D}" type="datetimeFigureOut">
              <a:rPr lang="en-US" smtClean="0"/>
              <a:t>12/19/2022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632355D-D4B3-7A09-ACC3-AFF36FD873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FE9461A-1FF6-9C75-A30A-138E4CEE8E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4A90EF-7955-4317-A12E-D2984C2EF9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63737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9CA3C5-A53A-3AE7-358E-FBC4A01177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F49342-3E34-3C65-EE1D-E341744821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A0101D8-9221-40DF-1F70-3E06F8B5BD1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1597843-23EC-0855-1398-349CEE0F39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305B6A-72E9-4231-9AC1-1D7DBC11971D}" type="datetimeFigureOut">
              <a:rPr lang="en-US" smtClean="0"/>
              <a:t>12/19/2022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F484BF3-2B0E-22C4-ECC6-3BBCB3A98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771CB60-0973-43BE-357D-F84B0738E5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4A90EF-7955-4317-A12E-D2984C2EF9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35687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EF306C-20E5-0555-0184-3BBFDECC09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0739780-B1B9-D300-FFD4-A2302C344A8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18C6D5B-1E48-7ACA-5E1E-9CE7111FFE1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049312F-A465-83EA-7121-C791ED188D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305B6A-72E9-4231-9AC1-1D7DBC11971D}" type="datetimeFigureOut">
              <a:rPr lang="en-US" smtClean="0"/>
              <a:t>12/19/2022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13DEE25-C356-051D-7D57-A34F8E4FEC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BC1B485-8B6F-B355-A92E-04D5B34B30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4A90EF-7955-4317-A12E-D2984C2EF9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48926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96B54D-179E-3747-4157-3B9F30E517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B61B488-9C47-6B13-12E8-17AB4B7844F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6363F1-12AC-AB47-BDBC-632D818021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305B6A-72E9-4231-9AC1-1D7DBC11971D}" type="datetimeFigureOut">
              <a:rPr lang="en-US" smtClean="0"/>
              <a:t>12/19/2022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C69584-CB8B-D176-60F8-DB0E288C21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C3FD5B-79A1-B343-92BE-FB10663813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4A90EF-7955-4317-A12E-D2984C2EF9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53786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5925F36-CF97-C118-C71D-CCBEAF77A64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19F7FEF-7010-DEA4-5D19-AF755C4D64A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E9718F-C6AB-1EBB-D2DC-553A1536CC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305B6A-72E9-4231-9AC1-1D7DBC11971D}" type="datetimeFigureOut">
              <a:rPr lang="en-US" smtClean="0"/>
              <a:t>12/19/2022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DD8DC7-B73A-93EA-2D6B-DB98D0F18C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D1A5F3-437E-7E21-CF69-587F2EF325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4A90EF-7955-4317-A12E-D2984C2EF9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1452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ags" Target="../tags/tag2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emf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oleObject" Target="../embeddings/oleObject1.bin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Object 7" hidden="1">
            <a:extLst>
              <a:ext uri="{FF2B5EF4-FFF2-40B4-BE49-F238E27FC236}">
                <a16:creationId xmlns:a16="http://schemas.microsoft.com/office/drawing/2014/main" id="{C0DDE475-9645-79E5-1DF7-EF5A0B9D9005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3"/>
            </p:custDataLst>
            <p:extLst>
              <p:ext uri="{D42A27DB-BD31-4B8C-83A1-F6EECF244321}">
                <p14:modId xmlns:p14="http://schemas.microsoft.com/office/powerpoint/2010/main" val="377022948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4" imgW="592" imgH="595" progId="TCLayout.ActiveDocument.1">
                  <p:embed/>
                </p:oleObj>
              </mc:Choice>
              <mc:Fallback>
                <p:oleObj name="think-cell Slide" r:id="rId14" imgW="592" imgH="595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956BEDF-BFD9-3B61-7AFD-2693B16941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69E1BD5-4050-4BE4-01A2-CF966E2C29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D342FD-9507-ABA2-24C1-C37F1934741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5305B6A-72E9-4231-9AC1-1D7DBC11971D}" type="datetimeFigureOut">
              <a:rPr lang="en-US" smtClean="0"/>
              <a:t>12/19/2022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A1269D-3EE9-6FE9-CED9-697A840EC8E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DD6AF4-91EE-3337-CF4B-A8C7E4EE45F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E4A90EF-7955-4317-A12E-D2984C2EF9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78877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3.xml"/><Relationship Id="rId4" Type="http://schemas.openxmlformats.org/officeDocument/2006/relationships/image" Target="../media/image1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>
            <a:extLst>
              <a:ext uri="{FF2B5EF4-FFF2-40B4-BE49-F238E27FC236}">
                <a16:creationId xmlns:a16="http://schemas.microsoft.com/office/drawing/2014/main" id="{6E6317EE-2183-3D85-43B1-7CCCC9FA8DCF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8249199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592" imgH="595" progId="TCLayout.ActiveDocument.1">
                  <p:embed/>
                </p:oleObj>
              </mc:Choice>
              <mc:Fallback>
                <p:oleObj name="think-cell Slide" r:id="rId3" imgW="592" imgH="595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Oval 4">
            <a:extLst>
              <a:ext uri="{FF2B5EF4-FFF2-40B4-BE49-F238E27FC236}">
                <a16:creationId xmlns:a16="http://schemas.microsoft.com/office/drawing/2014/main" id="{4BC90112-6014-9477-2FD6-0D624B01A615}"/>
              </a:ext>
            </a:extLst>
          </p:cNvPr>
          <p:cNvSpPr/>
          <p:nvPr/>
        </p:nvSpPr>
        <p:spPr>
          <a:xfrm>
            <a:off x="5302872" y="781203"/>
            <a:ext cx="1586255" cy="829963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Closed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AC7E11B9-DA77-15B7-16EE-D68200086AB8}"/>
              </a:ext>
            </a:extLst>
          </p:cNvPr>
          <p:cNvSpPr/>
          <p:nvPr/>
        </p:nvSpPr>
        <p:spPr>
          <a:xfrm>
            <a:off x="5305642" y="3937137"/>
            <a:ext cx="1586255" cy="829963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Open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85ADFE6D-4B18-28EA-14F2-31100EBCD827}"/>
              </a:ext>
            </a:extLst>
          </p:cNvPr>
          <p:cNvSpPr/>
          <p:nvPr/>
        </p:nvSpPr>
        <p:spPr>
          <a:xfrm>
            <a:off x="8586720" y="2425042"/>
            <a:ext cx="2269564" cy="789681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Start Opening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795C08A4-545F-1133-4D05-E10DD0DA16BA}"/>
              </a:ext>
            </a:extLst>
          </p:cNvPr>
          <p:cNvSpPr/>
          <p:nvPr/>
        </p:nvSpPr>
        <p:spPr>
          <a:xfrm>
            <a:off x="1489756" y="2426029"/>
            <a:ext cx="2269564" cy="789681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Start Closing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6859275A-6DF7-5347-6CBF-409B1F3A6AD6}"/>
              </a:ext>
            </a:extLst>
          </p:cNvPr>
          <p:cNvSpPr/>
          <p:nvPr/>
        </p:nvSpPr>
        <p:spPr>
          <a:xfrm>
            <a:off x="5361969" y="2425043"/>
            <a:ext cx="1479529" cy="789681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Freeze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813A7F8-A6C4-FA6F-72B6-98F765AA4F04}"/>
              </a:ext>
            </a:extLst>
          </p:cNvPr>
          <p:cNvSpPr txBox="1"/>
          <p:nvPr/>
        </p:nvSpPr>
        <p:spPr>
          <a:xfrm>
            <a:off x="3567046" y="3846848"/>
            <a:ext cx="120762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>
                <a:latin typeface="Arial Narrow" panose="020B0606020202030204" pitchFamily="34" charset="0"/>
              </a:rPr>
              <a:t>Door triggered</a:t>
            </a:r>
          </a:p>
        </p:txBody>
      </p:sp>
      <p:cxnSp>
        <p:nvCxnSpPr>
          <p:cNvPr id="14" name="Connector: Curved 13">
            <a:extLst>
              <a:ext uri="{FF2B5EF4-FFF2-40B4-BE49-F238E27FC236}">
                <a16:creationId xmlns:a16="http://schemas.microsoft.com/office/drawing/2014/main" id="{0EF1601B-B1E5-C426-C0AD-76E62C899CAC}"/>
              </a:ext>
            </a:extLst>
          </p:cNvPr>
          <p:cNvCxnSpPr>
            <a:cxnSpLocks/>
            <a:stCxn id="6" idx="2"/>
            <a:endCxn id="8" idx="4"/>
          </p:cNvCxnSpPr>
          <p:nvPr/>
        </p:nvCxnSpPr>
        <p:spPr>
          <a:xfrm rot="10800000">
            <a:off x="2624538" y="3215711"/>
            <a:ext cx="2681104" cy="1136409"/>
          </a:xfrm>
          <a:prstGeom prst="curvedConnector2">
            <a:avLst/>
          </a:prstGeom>
          <a:ln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095360AB-35B8-3C07-0AD3-C516EC596C05}"/>
              </a:ext>
            </a:extLst>
          </p:cNvPr>
          <p:cNvSpPr txBox="1"/>
          <p:nvPr/>
        </p:nvSpPr>
        <p:spPr>
          <a:xfrm>
            <a:off x="1968828" y="964754"/>
            <a:ext cx="206324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200"/>
            </a:lvl1pPr>
          </a:lstStyle>
          <a:p>
            <a:pPr algn="ctr"/>
            <a:r>
              <a:rPr lang="en-US" dirty="0">
                <a:latin typeface="Arial Narrow" panose="020B0606020202030204" pitchFamily="34" charset="0"/>
              </a:rPr>
              <a:t>[5] seconds have elapsed without interruption</a:t>
            </a:r>
          </a:p>
        </p:txBody>
      </p:sp>
      <p:cxnSp>
        <p:nvCxnSpPr>
          <p:cNvPr id="19" name="Connector: Curved 18">
            <a:extLst>
              <a:ext uri="{FF2B5EF4-FFF2-40B4-BE49-F238E27FC236}">
                <a16:creationId xmlns:a16="http://schemas.microsoft.com/office/drawing/2014/main" id="{7A1CE0A2-2C1E-F611-DC9C-757ED3FE04F1}"/>
              </a:ext>
            </a:extLst>
          </p:cNvPr>
          <p:cNvCxnSpPr>
            <a:cxnSpLocks/>
            <a:stCxn id="8" idx="0"/>
            <a:endCxn id="5" idx="2"/>
          </p:cNvCxnSpPr>
          <p:nvPr/>
        </p:nvCxnSpPr>
        <p:spPr>
          <a:xfrm rot="5400000" flipH="1" flipV="1">
            <a:off x="3348783" y="471940"/>
            <a:ext cx="1229844" cy="2678334"/>
          </a:xfrm>
          <a:prstGeom prst="curvedConnector2">
            <a:avLst/>
          </a:prstGeom>
          <a:ln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Connector: Curved 22">
            <a:extLst>
              <a:ext uri="{FF2B5EF4-FFF2-40B4-BE49-F238E27FC236}">
                <a16:creationId xmlns:a16="http://schemas.microsoft.com/office/drawing/2014/main" id="{B69F058A-C9F7-A805-83C4-E35FEFFF1214}"/>
              </a:ext>
            </a:extLst>
          </p:cNvPr>
          <p:cNvCxnSpPr>
            <a:cxnSpLocks/>
            <a:stCxn id="8" idx="6"/>
            <a:endCxn id="9" idx="2"/>
          </p:cNvCxnSpPr>
          <p:nvPr/>
        </p:nvCxnSpPr>
        <p:spPr>
          <a:xfrm flipV="1">
            <a:off x="3759320" y="2819884"/>
            <a:ext cx="1602649" cy="986"/>
          </a:xfrm>
          <a:prstGeom prst="curvedConnector3">
            <a:avLst>
              <a:gd name="adj1" fmla="val 50000"/>
            </a:avLst>
          </a:prstGeom>
          <a:ln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F36E834E-308A-206E-B682-EB21B4B1E118}"/>
              </a:ext>
            </a:extLst>
          </p:cNvPr>
          <p:cNvSpPr txBox="1"/>
          <p:nvPr/>
        </p:nvSpPr>
        <p:spPr>
          <a:xfrm>
            <a:off x="3723219" y="2463200"/>
            <a:ext cx="160238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>
                <a:latin typeface="Arial Narrow" panose="020B0606020202030204" pitchFamily="34" charset="0"/>
              </a:rPr>
              <a:t>Door triggered</a:t>
            </a:r>
          </a:p>
        </p:txBody>
      </p:sp>
      <p:cxnSp>
        <p:nvCxnSpPr>
          <p:cNvPr id="31" name="Connector: Curved 30">
            <a:extLst>
              <a:ext uri="{FF2B5EF4-FFF2-40B4-BE49-F238E27FC236}">
                <a16:creationId xmlns:a16="http://schemas.microsoft.com/office/drawing/2014/main" id="{DB0657C6-1E07-DFA3-242A-690DEA234072}"/>
              </a:ext>
            </a:extLst>
          </p:cNvPr>
          <p:cNvCxnSpPr>
            <a:cxnSpLocks/>
            <a:stCxn id="9" idx="6"/>
            <a:endCxn id="7" idx="2"/>
          </p:cNvCxnSpPr>
          <p:nvPr/>
        </p:nvCxnSpPr>
        <p:spPr>
          <a:xfrm flipV="1">
            <a:off x="6841498" y="2819883"/>
            <a:ext cx="1745222" cy="1"/>
          </a:xfrm>
          <a:prstGeom prst="curvedConnector3">
            <a:avLst>
              <a:gd name="adj1" fmla="val 50000"/>
            </a:avLst>
          </a:prstGeom>
          <a:ln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6EDE24B9-A3A4-7472-B905-8357C3DCADEC}"/>
              </a:ext>
            </a:extLst>
          </p:cNvPr>
          <p:cNvSpPr txBox="1"/>
          <p:nvPr/>
        </p:nvSpPr>
        <p:spPr>
          <a:xfrm>
            <a:off x="7109993" y="2428752"/>
            <a:ext cx="109445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>
                <a:latin typeface="Arial Narrow" panose="020B0606020202030204" pitchFamily="34" charset="0"/>
              </a:rPr>
              <a:t>Door triggered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7330E7D7-F7D3-0AE7-D928-DA23B6C48E42}"/>
              </a:ext>
            </a:extLst>
          </p:cNvPr>
          <p:cNvSpPr txBox="1"/>
          <p:nvPr/>
        </p:nvSpPr>
        <p:spPr>
          <a:xfrm>
            <a:off x="7068640" y="2844820"/>
            <a:ext cx="127194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>
                <a:latin typeface="Arial Narrow" panose="020B0606020202030204" pitchFamily="34" charset="0"/>
              </a:rPr>
              <a:t>Previous state: </a:t>
            </a:r>
          </a:p>
          <a:p>
            <a:pPr algn="ctr"/>
            <a:r>
              <a:rPr lang="en-US" sz="1200" dirty="0">
                <a:latin typeface="Arial Narrow" panose="020B0606020202030204" pitchFamily="34" charset="0"/>
              </a:rPr>
              <a:t>“Start Closing”</a:t>
            </a:r>
          </a:p>
        </p:txBody>
      </p:sp>
      <p:cxnSp>
        <p:nvCxnSpPr>
          <p:cNvPr id="37" name="Connector: Curved 36">
            <a:extLst>
              <a:ext uri="{FF2B5EF4-FFF2-40B4-BE49-F238E27FC236}">
                <a16:creationId xmlns:a16="http://schemas.microsoft.com/office/drawing/2014/main" id="{4C33D095-E508-D900-719A-7BF6D1EA52FA}"/>
              </a:ext>
            </a:extLst>
          </p:cNvPr>
          <p:cNvCxnSpPr>
            <a:cxnSpLocks/>
            <a:stCxn id="7" idx="4"/>
            <a:endCxn id="6" idx="6"/>
          </p:cNvCxnSpPr>
          <p:nvPr/>
        </p:nvCxnSpPr>
        <p:spPr>
          <a:xfrm rot="5400000">
            <a:off x="7738002" y="2368619"/>
            <a:ext cx="1137396" cy="2829605"/>
          </a:xfrm>
          <a:prstGeom prst="curvedConnector2">
            <a:avLst/>
          </a:prstGeom>
          <a:ln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Connector: Curved 40">
            <a:extLst>
              <a:ext uri="{FF2B5EF4-FFF2-40B4-BE49-F238E27FC236}">
                <a16:creationId xmlns:a16="http://schemas.microsoft.com/office/drawing/2014/main" id="{7A9526F4-A985-FA55-BC3E-3D3E0AA200EE}"/>
              </a:ext>
            </a:extLst>
          </p:cNvPr>
          <p:cNvCxnSpPr>
            <a:cxnSpLocks/>
            <a:stCxn id="5" idx="6"/>
            <a:endCxn id="7" idx="0"/>
          </p:cNvCxnSpPr>
          <p:nvPr/>
        </p:nvCxnSpPr>
        <p:spPr>
          <a:xfrm>
            <a:off x="6889127" y="1196185"/>
            <a:ext cx="2832375" cy="1228857"/>
          </a:xfrm>
          <a:prstGeom prst="curvedConnector2">
            <a:avLst/>
          </a:prstGeom>
          <a:ln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TextBox 43">
            <a:extLst>
              <a:ext uri="{FF2B5EF4-FFF2-40B4-BE49-F238E27FC236}">
                <a16:creationId xmlns:a16="http://schemas.microsoft.com/office/drawing/2014/main" id="{FA1D2E96-FF35-3CE8-D686-DBD800A778C4}"/>
              </a:ext>
            </a:extLst>
          </p:cNvPr>
          <p:cNvSpPr txBox="1"/>
          <p:nvPr/>
        </p:nvSpPr>
        <p:spPr>
          <a:xfrm>
            <a:off x="8166742" y="1047948"/>
            <a:ext cx="160238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>
                <a:latin typeface="Arial Narrow" panose="020B0606020202030204" pitchFamily="34" charset="0"/>
              </a:rPr>
              <a:t>Door triggered</a:t>
            </a:r>
          </a:p>
        </p:txBody>
      </p:sp>
      <p:cxnSp>
        <p:nvCxnSpPr>
          <p:cNvPr id="45" name="Connector: Curved 44">
            <a:extLst>
              <a:ext uri="{FF2B5EF4-FFF2-40B4-BE49-F238E27FC236}">
                <a16:creationId xmlns:a16="http://schemas.microsoft.com/office/drawing/2014/main" id="{2B05F0AA-6496-D5A4-D1C5-6413E0CA2F0C}"/>
              </a:ext>
            </a:extLst>
          </p:cNvPr>
          <p:cNvCxnSpPr>
            <a:cxnSpLocks/>
            <a:stCxn id="7" idx="0"/>
            <a:endCxn id="9" idx="0"/>
          </p:cNvCxnSpPr>
          <p:nvPr/>
        </p:nvCxnSpPr>
        <p:spPr>
          <a:xfrm rot="16200000" flipH="1" flipV="1">
            <a:off x="7911617" y="615158"/>
            <a:ext cx="1" cy="3619768"/>
          </a:xfrm>
          <a:prstGeom prst="curvedConnector3">
            <a:avLst>
              <a:gd name="adj1" fmla="val -22860000000"/>
            </a:avLst>
          </a:prstGeom>
          <a:ln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Connector: Curved 47">
            <a:extLst>
              <a:ext uri="{FF2B5EF4-FFF2-40B4-BE49-F238E27FC236}">
                <a16:creationId xmlns:a16="http://schemas.microsoft.com/office/drawing/2014/main" id="{D6F2BC47-F837-6206-EF87-E7E576EE43B2}"/>
              </a:ext>
            </a:extLst>
          </p:cNvPr>
          <p:cNvCxnSpPr>
            <a:cxnSpLocks/>
            <a:stCxn id="9" idx="0"/>
            <a:endCxn id="8" idx="0"/>
          </p:cNvCxnSpPr>
          <p:nvPr/>
        </p:nvCxnSpPr>
        <p:spPr>
          <a:xfrm rot="16200000" flipH="1" flipV="1">
            <a:off x="4362643" y="686938"/>
            <a:ext cx="986" cy="3477196"/>
          </a:xfrm>
          <a:prstGeom prst="curvedConnector3">
            <a:avLst>
              <a:gd name="adj1" fmla="val -23184584"/>
            </a:avLst>
          </a:prstGeom>
          <a:ln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TextBox 50">
            <a:extLst>
              <a:ext uri="{FF2B5EF4-FFF2-40B4-BE49-F238E27FC236}">
                <a16:creationId xmlns:a16="http://schemas.microsoft.com/office/drawing/2014/main" id="{1AC12693-B71F-CD14-2230-AC7A8FCE9ADD}"/>
              </a:ext>
            </a:extLst>
          </p:cNvPr>
          <p:cNvSpPr txBox="1"/>
          <p:nvPr/>
        </p:nvSpPr>
        <p:spPr>
          <a:xfrm>
            <a:off x="3404119" y="1925336"/>
            <a:ext cx="246614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>
                <a:latin typeface="Arial Narrow" panose="020B0606020202030204" pitchFamily="34" charset="0"/>
              </a:rPr>
              <a:t>Previous state: “Start Opening”</a:t>
            </a:r>
          </a:p>
        </p:txBody>
      </p:sp>
      <p:cxnSp>
        <p:nvCxnSpPr>
          <p:cNvPr id="53" name="Connector: Curved 52">
            <a:extLst>
              <a:ext uri="{FF2B5EF4-FFF2-40B4-BE49-F238E27FC236}">
                <a16:creationId xmlns:a16="http://schemas.microsoft.com/office/drawing/2014/main" id="{57B48764-8D2B-F194-75B6-53B247E0D13A}"/>
              </a:ext>
            </a:extLst>
          </p:cNvPr>
          <p:cNvCxnSpPr>
            <a:cxnSpLocks/>
            <a:stCxn id="8" idx="2"/>
            <a:endCxn id="7" idx="6"/>
          </p:cNvCxnSpPr>
          <p:nvPr/>
        </p:nvCxnSpPr>
        <p:spPr>
          <a:xfrm rot="10800000" flipH="1">
            <a:off x="1489756" y="2819884"/>
            <a:ext cx="9366528" cy="987"/>
          </a:xfrm>
          <a:prstGeom prst="curvedConnector5">
            <a:avLst>
              <a:gd name="adj1" fmla="val -2441"/>
              <a:gd name="adj2" fmla="val -303943465"/>
              <a:gd name="adj3" fmla="val 102441"/>
            </a:avLst>
          </a:prstGeom>
          <a:ln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TextBox 55">
            <a:extLst>
              <a:ext uri="{FF2B5EF4-FFF2-40B4-BE49-F238E27FC236}">
                <a16:creationId xmlns:a16="http://schemas.microsoft.com/office/drawing/2014/main" id="{A3B8E467-75F0-569D-51FC-8EA74B562958}"/>
              </a:ext>
            </a:extLst>
          </p:cNvPr>
          <p:cNvSpPr txBox="1"/>
          <p:nvPr/>
        </p:nvSpPr>
        <p:spPr>
          <a:xfrm>
            <a:off x="5055395" y="5468385"/>
            <a:ext cx="206324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>
                <a:latin typeface="Arial Narrow" panose="020B0606020202030204" pitchFamily="34" charset="0"/>
              </a:rPr>
              <a:t>Safety Trigger Activated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4650E8BB-0F8E-7CF2-220B-8C661A0DD862}"/>
              </a:ext>
            </a:extLst>
          </p:cNvPr>
          <p:cNvSpPr txBox="1"/>
          <p:nvPr/>
        </p:nvSpPr>
        <p:spPr>
          <a:xfrm>
            <a:off x="8305314" y="4097945"/>
            <a:ext cx="206324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200"/>
            </a:lvl1pPr>
          </a:lstStyle>
          <a:p>
            <a:pPr algn="ctr"/>
            <a:r>
              <a:rPr lang="en-US" dirty="0">
                <a:latin typeface="Arial Narrow" panose="020B0606020202030204" pitchFamily="34" charset="0"/>
              </a:rPr>
              <a:t>[5] seconds have elapsed without interruption</a:t>
            </a:r>
          </a:p>
        </p:txBody>
      </p:sp>
    </p:spTree>
    <p:extLst>
      <p:ext uri="{BB962C8B-B14F-4D97-AF65-F5344CB8AC3E}">
        <p14:creationId xmlns:p14="http://schemas.microsoft.com/office/powerpoint/2010/main" val="3534817522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UNDODONOTDELETE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602</TotalTime>
  <Words>48</Words>
  <Application>Microsoft Office PowerPoint</Application>
  <PresentationFormat>Widescreen</PresentationFormat>
  <Paragraphs>15</Paragraphs>
  <Slides>1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Arial</vt:lpstr>
      <vt:lpstr>Arial Narrow</vt:lpstr>
      <vt:lpstr>Calibri</vt:lpstr>
      <vt:lpstr>Calibri Light</vt:lpstr>
      <vt:lpstr>Office Theme</vt:lpstr>
      <vt:lpstr>think-cell Slide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sheil</dc:creator>
  <cp:lastModifiedBy>sheil</cp:lastModifiedBy>
  <cp:revision>1</cp:revision>
  <dcterms:created xsi:type="dcterms:W3CDTF">2022-12-18T20:10:24Z</dcterms:created>
  <dcterms:modified xsi:type="dcterms:W3CDTF">2022-12-19T06:15:43Z</dcterms:modified>
</cp:coreProperties>
</file>